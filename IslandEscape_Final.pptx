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91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23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2011680"/>
            <a:ext cx="1554480" cy="914400"/>
          </a:xfrm>
          <a:prstGeom prst="ellipse">
            <a:avLst/>
          </a:prstGeom>
          <a:solidFill>
            <a:srgbClr val="5B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120640" y="2468880"/>
            <a:ext cx="1920240" cy="548640"/>
          </a:xfrm>
          <a:prstGeom prst="ellipse">
            <a:avLst/>
          </a:prstGeom>
          <a:solidFill>
            <a:srgbClr val="E8D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A030"/>
                </a:solidFill>
                <a:latin typeface="Segoe UI"/>
              </a:defRPr>
            </a:pPr>
            <a:r>
              <a:t>Island Escape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434840"/>
            <a:ext cx="301752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90A0"/>
                </a:solidFill>
                <a:latin typeface="Segoe UI"/>
              </a:defRPr>
            </a:pPr>
            <a:r>
              <a:t>Survive, bargain, and escape with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60"/>
                </a:solidFill>
                <a:latin typeface="Segoe UI"/>
              </a:defRPr>
            </a:pPr>
            <a:r>
              <a:t>He Yufeng   |   Xu Junjie   |   Yu Erfei   |   Long Huzhiyuan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030"/>
                </a:solidFill>
                <a:latin typeface="Segoe UI"/>
              </a:defRPr>
            </a:pPr>
            <a:r>
              <a:t>Core Game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560320" cy="13716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50D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Labor</a:t>
            </a:r>
            <a:br/>
            <a:r>
              <a:t>Fish +3</a:t>
            </a:r>
            <a:br/>
            <a:r>
              <a:t>or Farm +8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506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097280"/>
            <a:ext cx="2560320" cy="13716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60A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Trade</a:t>
            </a:r>
            <a:br/>
            <a:r>
              <a:t>2 slots</a:t>
            </a:r>
            <a:br/>
            <a:r>
              <a:t>merchant / NPC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506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97280"/>
            <a:ext cx="2560320" cy="13716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A07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AI Turns</a:t>
            </a:r>
            <a:br/>
            <a:r>
              <a:t>4 LLM agents</a:t>
            </a:r>
            <a:br/>
            <a: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506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097280"/>
            <a:ext cx="2560320" cy="137160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F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Settlement</a:t>
            </a:r>
            <a:br/>
            <a:r>
              <a:t>-1 fish -1 wheat</a:t>
            </a:r>
            <a:br/>
            <a:r>
              <a:t>survive or die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6400800" cy="3474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5050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60"/>
                </a:solidFill>
                <a:latin typeface="Segoe UI"/>
              </a:defRPr>
            </a:pPr>
            <a:r>
              <a:rPr dirty="0"/>
              <a:t>[ Insert gameplay screenshot: daily cycle in action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743200"/>
            <a:ext cx="3931920" cy="347472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2926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D070"/>
                </a:solidFill>
                <a:latin typeface="Segoe UI"/>
              </a:defRPr>
            </a:pPr>
            <a:r>
              <a:t>Key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37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Start: 5 fish + 5 wheat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Daily cost: 1 fish + 1 wheat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Fish: +3 per labor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Wheat: +8 in 3 days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Fish price: 2-6 coins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Wheat price: 1-4 coins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50D070"/>
                </a:solidFill>
                <a:latin typeface="Segoe UI"/>
              </a:defRPr>
            </a:pPr>
            <a:r>
              <a:t>Win: 100 coins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Slots: 2 per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030"/>
                </a:solidFill>
                <a:latin typeface="Segoe UI"/>
              </a:defRPr>
            </a:pPr>
            <a:r>
              <a:t>Why LLM Agents Fit This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70F0"/>
                </a:solidFill>
                <a:latin typeface="Segoe UI"/>
              </a:defRPr>
            </a:pPr>
            <a:r>
              <a:t>LLM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Intention — what the NPC wants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Dialogue — how it expresses itself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Personality — cautious, aggressive, etc.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Bargaining style — generous or hard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212080" cy="22860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D070"/>
                </a:solidFill>
                <a:latin typeface="Segoe UI"/>
              </a:defRPr>
            </a:pPr>
            <a:r>
              <a:t>Game Engine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Resources — fish, wheat, coins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Phases — labor, trade, settlement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Trade execution — validate &amp; transfer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090A0"/>
                </a:solidFill>
                <a:latin typeface="Segoe UI"/>
              </a:defRPr>
            </a:pPr>
            <a:r>
              <a:t>Win/loss — elimination and escape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698480" cy="9144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A030"/>
                </a:solidFill>
                <a:latin typeface="Segoe UI"/>
              </a:defRPr>
            </a:pPr>
            <a:r>
              <a:t>"The model creates expression; the typed game engine owns the rules."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5050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60"/>
                </a:solidFill>
                <a:latin typeface="Segoe UI"/>
              </a:defRPr>
            </a:pPr>
            <a:r>
              <a:t>[ Insert screenshot: NPC dialogue with personality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030"/>
                </a:solidFill>
                <a:latin typeface="Segoe UI"/>
              </a:defRPr>
            </a:pPr>
            <a:r>
              <a:t>NPC Negotiation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560320" cy="118872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50D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Player</a:t>
            </a:r>
            <a:br/>
            <a:r>
              <a:t>sends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506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097280"/>
            <a:ext cx="2560320" cy="118872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A07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NPC thinks</a:t>
            </a:r>
            <a:br/>
            <a:r>
              <a:t>(LLM 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506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97280"/>
            <a:ext cx="2560320" cy="118872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60A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NPC replies</a:t>
            </a:r>
            <a:br/>
            <a:r>
              <a:t>with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5060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097280"/>
            <a:ext cx="2560320" cy="1188720"/>
          </a:xfrm>
          <a:prstGeom prst="roundRect">
            <a:avLst/>
          </a:prstGeom>
          <a:solidFill>
            <a:srgbClr val="262640"/>
          </a:solidFill>
          <a:ln w="25400">
            <a:solidFill>
              <a:srgbClr val="F0A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0F0F0"/>
                </a:solidFill>
                <a:latin typeface="Segoe UI"/>
              </a:defRPr>
            </a:pPr>
            <a:r>
              <a:t>Accept /</a:t>
            </a:r>
            <a:br/>
            <a:r>
              <a:t>Counter / Reject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685800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5050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60"/>
                </a:solidFill>
                <a:latin typeface="Segoe UI"/>
              </a:defRPr>
            </a:pPr>
            <a:r>
              <a:t>[ Insert screenshot: DialoguePanel with chat history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560320"/>
            <a:ext cx="3566160" cy="38404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70F0"/>
                </a:solidFill>
                <a:latin typeface="Segoe UI"/>
              </a:defRPr>
            </a:pPr>
            <a:r>
              <a:t>NPC Personalities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0E0"/>
                </a:solidFill>
                <a:latin typeface="Segoe UI"/>
              </a:defRPr>
            </a:pPr>
            <a:r>
              <a:t>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0"/>
                </a:solidFill>
                <a:latin typeface="Segoe UI"/>
              </a:defRPr>
            </a:pPr>
            <a:r>
              <a:t>Cautious Fisherman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97763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A030"/>
                </a:solidFill>
                <a:latin typeface="Segoe UI"/>
              </a:defRPr>
            </a:pPr>
            <a: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25195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0"/>
                </a:solidFill>
                <a:latin typeface="Segoe UI"/>
              </a:defRPr>
            </a:pPr>
            <a:r>
              <a:t>Aggressive Trader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754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0D070"/>
                </a:solidFill>
                <a:latin typeface="Segoe UI"/>
              </a:defRPr>
            </a:pPr>
            <a:r>
              <a:t>Lily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029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0"/>
                </a:solidFill>
                <a:latin typeface="Segoe UI"/>
              </a:defRPr>
            </a:pPr>
            <a:r>
              <a:t>Cooperative Farmer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6060"/>
                </a:solidFill>
                <a:latin typeface="Segoe UI"/>
              </a:defRPr>
            </a:pPr>
            <a:r>
              <a:t>Jack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806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0"/>
                </a:solidFill>
                <a:latin typeface="Segoe UI"/>
              </a:defRPr>
            </a:pPr>
            <a:r>
              <a:t>Cunning Opportunist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731520" y="493775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60"/>
                </a:solidFill>
                <a:latin typeface="Segoe UI"/>
              </a:defRPr>
            </a:pPr>
            <a:r>
              <a:t>[ Insert architecture diagram or code snippet: Zod schema + route handler ]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12F463E-34AA-2144-D715-419318447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3" y="5491"/>
            <a:ext cx="10838457" cy="68525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030"/>
                </a:solidFill>
                <a:latin typeface="Segoe UI"/>
              </a:defRPr>
            </a:pPr>
            <a:r>
              <a:t>Boss Dungeon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291840" cy="18288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6060"/>
                </a:solidFill>
                <a:latin typeface="Segoe UI"/>
              </a:defRPr>
            </a:pPr>
            <a:r>
              <a:t>Risk / 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1 trade slot to enter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Once per day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50D070"/>
                </a:solidFill>
                <a:latin typeface="Segoe UI"/>
              </a:defRPr>
            </a:pPr>
            <a:r>
              <a:t>Win: +20 coins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06060"/>
                </a:solidFill>
                <a:latin typeface="Segoe UI"/>
              </a:defRPr>
            </a:pPr>
            <a:r>
              <a:t>Lose: -5 fish, -5 wheat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291840" cy="18288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6060"/>
                </a:solidFill>
                <a:latin typeface="Segoe UI"/>
              </a:defRPr>
            </a:pPr>
            <a:r>
              <a:t>Boss: Giant Crab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60 HP, state machine AI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Phase 1: 3-bullet spread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Phase 2: 5-bullet, faster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Charge attack: 5 dmg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005840"/>
            <a:ext cx="3566160" cy="18288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70F0"/>
                </a:solidFill>
                <a:latin typeface="Segoe UI"/>
              </a:defRPr>
            </a:pPr>
            <a:r>
              <a:t>Card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4630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8 upgrade card types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XP from boss hits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Choose 1 of 3 on level up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Multi Shot, Piercing, Heal...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6400800" cy="3383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5050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60"/>
                </a:solidFill>
                <a:latin typeface="Segoe UI"/>
              </a:defRPr>
            </a:pPr>
            <a:r>
              <a:t>[ Insert screenshot: dungeon boss fight in action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108960"/>
            <a:ext cx="3931920" cy="338328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030"/>
                </a:solidFill>
                <a:latin typeface="Segoe UI"/>
              </a:defRPr>
            </a:pPr>
            <a:r>
              <a:t>Design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749039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0A0"/>
                </a:solidFill>
                <a:latin typeface="Segoe UI"/>
              </a:defRPr>
            </a:pPr>
            <a:r>
              <a:t>Do I use my trade slot safely...</a:t>
            </a:r>
            <a:br/>
            <a:br/>
            <a:r>
              <a:t>or risk resources for a faster path to escape?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030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9418320" cy="45720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50506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60"/>
                </a:solidFill>
                <a:latin typeface="Segoe UI"/>
              </a:defRPr>
            </a:pPr>
            <a:r>
              <a:t>[ Embed 90-120s demo video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5060"/>
                </a:solidFill>
                <a:latin typeface="Segoe UI"/>
              </a:defRPr>
            </a:pPr>
            <a:r>
              <a:t>New Game  &gt;  Movement  &gt;  Labor  &gt;  NPC Negotiation  &gt;  AI Turn  &gt;  Dungeon Boss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A030"/>
                </a:solidFill>
                <a:latin typeface="Segoe UI"/>
              </a:defRPr>
            </a:pPr>
            <a:r>
              <a:t>Validation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029200" cy="18288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D070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212080" cy="18288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0E0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9090A0"/>
                </a:solidFill>
                <a:latin typeface="Segoe UI"/>
              </a:defRPr>
            </a:pPr>
            <a:r>
              <a:t>He Yufeng — AI, coordination, integration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090A0"/>
                </a:solidFill>
                <a:latin typeface="Segoe UI"/>
              </a:defRPr>
            </a:pPr>
            <a:r>
              <a:t>Xu Junjie — dialogue, bugs, server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090A0"/>
                </a:solidFill>
                <a:latin typeface="Segoe UI"/>
              </a:defRPr>
            </a:pPr>
            <a:r>
              <a:t>Yu Erfei — boss dungeon, combat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090A0"/>
                </a:solidFill>
                <a:latin typeface="Segoe UI"/>
              </a:defRPr>
            </a:pPr>
            <a:r>
              <a:t>Long Huzhiyuan — 3D preview, visuals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02920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6060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LLM latency affects pacing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Game balance needs tuning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NPCs lack long-term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5212080" cy="137160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70F0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Deeper agent memory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Better economy-dungeon coupling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9090A0"/>
                </a:solidFill>
                <a:latin typeface="Segoe UI"/>
              </a:defRPr>
            </a:pPr>
            <a:r>
              <a:t>Multiplayer real-time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A030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90A0"/>
                </a:solidFill>
                <a:latin typeface="Segoe UI"/>
              </a:defRPr>
            </a:pPr>
            <a:r>
              <a:t>"LLM agents make negotiation feel alive,</a:t>
            </a:r>
            <a:br/>
            <a:r>
              <a:t>while typed deterministic code keeps the game fair and correct."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2B957AB-9BDC-05F6-1E0F-79F317524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24" b="56590"/>
          <a:stretch>
            <a:fillRect/>
          </a:stretch>
        </p:blipFill>
        <p:spPr>
          <a:xfrm>
            <a:off x="929640" y="1371600"/>
            <a:ext cx="4437265" cy="36576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266196D-0C73-3BDD-EB60-79435F6BA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1755855"/>
            <a:ext cx="3315789" cy="9873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492</Words>
  <Application>Microsoft Office PowerPoint</Application>
  <PresentationFormat>宽屏</PresentationFormat>
  <Paragraphs>92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某 徐</cp:lastModifiedBy>
  <cp:revision>2</cp:revision>
  <dcterms:created xsi:type="dcterms:W3CDTF">2013-01-27T09:14:16Z</dcterms:created>
  <dcterms:modified xsi:type="dcterms:W3CDTF">2026-05-24T15:23:45Z</dcterms:modified>
  <cp:category/>
</cp:coreProperties>
</file>